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66657"/>
            <a:ext cx="7772400" cy="1833794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Number Theory in Cryptography: From Euclid to Euler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 Aravind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192325093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Cryptography?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Protects information using mathematical techniques</a:t>
            </a:r>
          </a:p>
          <a:p>
            <a:pPr marL="0" indent="0">
              <a:buNone/>
              <a:defRPr sz="2400"/>
            </a:pPr>
            <a:r>
              <a:rPr dirty="0"/>
              <a:t>• Ensures confidentiality, integrity, authentication, and non-repudiation</a:t>
            </a:r>
          </a:p>
          <a:p>
            <a:pPr marL="0" indent="0">
              <a:buNone/>
              <a:defRPr sz="2400"/>
            </a:pPr>
            <a:r>
              <a:rPr dirty="0"/>
              <a:t>• Used in banking, messaging, e-commerce, and digital signatures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Number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Study of integers and their properties</a:t>
            </a:r>
          </a:p>
          <a:p>
            <a:pPr marL="0" indent="0">
              <a:buNone/>
              <a:defRPr sz="2400"/>
            </a:pPr>
            <a:r>
              <a:rPr dirty="0"/>
              <a:t>• Foundation of modern cryptography</a:t>
            </a:r>
          </a:p>
          <a:p>
            <a:pPr marL="0" indent="0">
              <a:buNone/>
              <a:defRPr sz="2400"/>
            </a:pPr>
            <a:r>
              <a:rPr dirty="0"/>
              <a:t>• Prime numbers and modular arithmetic are key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Euclidean Algorithm finds GCD efficiently</a:t>
            </a:r>
          </a:p>
          <a:p>
            <a:pPr marL="0" indent="0">
              <a:buNone/>
              <a:defRPr sz="2400"/>
            </a:pPr>
            <a:r>
              <a:rPr dirty="0"/>
              <a:t>• Used to compute modular inverses</a:t>
            </a:r>
          </a:p>
          <a:p>
            <a:pPr marL="0" indent="0">
              <a:buNone/>
              <a:defRPr sz="2400"/>
            </a:pPr>
            <a:r>
              <a:rPr dirty="0"/>
              <a:t>• Essential for RSA key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Building blocks of number theory</a:t>
            </a:r>
          </a:p>
          <a:p>
            <a:pPr marL="0" indent="0">
              <a:buNone/>
              <a:defRPr sz="2400"/>
            </a:pPr>
            <a:r>
              <a:rPr dirty="0"/>
              <a:t>• Large primes strengthen cryptographic systems</a:t>
            </a:r>
          </a:p>
          <a:p>
            <a:pPr marL="0" indent="0">
              <a:buNone/>
              <a:defRPr sz="2400"/>
            </a:pPr>
            <a:r>
              <a:rPr dirty="0"/>
              <a:t>• Basis of RSA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Arithmetic with remainders (mod n)</a:t>
            </a:r>
          </a:p>
          <a:p>
            <a:pPr marL="0" indent="0">
              <a:buNone/>
              <a:defRPr sz="2400"/>
            </a:pPr>
            <a:r>
              <a:rPr dirty="0"/>
              <a:t>• Enables secure encryption and decryption</a:t>
            </a:r>
          </a:p>
          <a:p>
            <a:pPr marL="0" indent="0">
              <a:buNone/>
              <a:defRPr sz="2400"/>
            </a:pPr>
            <a:r>
              <a:rPr dirty="0"/>
              <a:t>• Used in RSA, Diffie–Hellman, and ECC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Euler's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Euler's Totient Function φ(n)</a:t>
            </a:r>
          </a:p>
          <a:p>
            <a:pPr marL="0" indent="0">
              <a:buNone/>
              <a:defRPr sz="2400"/>
            </a:pPr>
            <a:r>
              <a:rPr dirty="0"/>
              <a:t>• Euler's Theorem: </a:t>
            </a:r>
            <a:r>
              <a:rPr dirty="0" err="1"/>
              <a:t>a^φ</a:t>
            </a:r>
            <a:r>
              <a:rPr dirty="0"/>
              <a:t>(n) ≡ 1 (mod n)</a:t>
            </a:r>
          </a:p>
          <a:p>
            <a:pPr marL="0" indent="0">
              <a:buNone/>
              <a:defRPr sz="2400"/>
            </a:pPr>
            <a:r>
              <a:rPr dirty="0"/>
              <a:t>• Mathematical foundation for RSA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RSA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dirty="0"/>
              <a:t>• Uses prime factorization, GCD, and Euler's theorem</a:t>
            </a:r>
          </a:p>
          <a:p>
            <a:pPr marL="0" indent="0">
              <a:buNone/>
              <a:defRPr sz="2400"/>
            </a:pPr>
            <a:r>
              <a:rPr dirty="0"/>
              <a:t>• Public Key: (e, n)</a:t>
            </a:r>
          </a:p>
          <a:p>
            <a:pPr marL="0" indent="0">
              <a:buNone/>
              <a:defRPr sz="2400"/>
            </a:pPr>
            <a:r>
              <a:rPr dirty="0"/>
              <a:t>• Private Key: (d, n)</a:t>
            </a:r>
          </a:p>
          <a:p>
            <a:pPr marL="0" indent="0">
              <a:buNone/>
              <a:defRPr sz="2400"/>
            </a:pPr>
            <a:r>
              <a:rPr dirty="0"/>
              <a:t>• Secure because factoring large numbers is difficul</a:t>
            </a:r>
            <a:r>
              <a:rPr lang="en-US" dirty="0"/>
              <a:t>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6D501B-2C9D-4B21-AF7F-7DB423C328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1563" y="1721493"/>
            <a:ext cx="83849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Public-key (asymmetric) cryptosystem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Idea: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two keys —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encryption and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/>
              <a:t>Rivest–Shamir–Adleman</a:t>
            </a:r>
            <a:r>
              <a:rPr lang="en-US" dirty="0"/>
              <a:t>, named after its inventors </a:t>
            </a:r>
            <a:r>
              <a:rPr lang="en-US" b="1" dirty="0"/>
              <a:t>Ron Rivest, Adi Shamir, and Leonard Adleman</a:t>
            </a:r>
            <a:r>
              <a:rPr lang="en-US" dirty="0"/>
              <a:t> who introduced the algorithm in 1977.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Secure websites (HTTPS)</a:t>
            </a:r>
          </a:p>
          <a:p>
            <a:pPr marL="0" indent="0">
              <a:buNone/>
              <a:defRPr sz="2400"/>
            </a:pPr>
            <a:r>
              <a:rPr dirty="0"/>
              <a:t>• Online banking</a:t>
            </a:r>
          </a:p>
          <a:p>
            <a:pPr marL="0" indent="0">
              <a:buNone/>
              <a:defRPr sz="2400"/>
            </a:pPr>
            <a:r>
              <a:rPr dirty="0"/>
              <a:t>• Digital signatures</a:t>
            </a:r>
          </a:p>
          <a:p>
            <a:pPr marL="0" indent="0">
              <a:buNone/>
              <a:defRPr sz="2400"/>
            </a:pPr>
            <a:r>
              <a:rPr dirty="0"/>
              <a:t>• Secure messaging and cloud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Advantages:</a:t>
            </a:r>
          </a:p>
          <a:p>
            <a:pPr marL="0" indent="0">
              <a:buNone/>
              <a:defRPr sz="2400"/>
            </a:pPr>
            <a:r>
              <a:rPr dirty="0"/>
              <a:t>• Strong security</a:t>
            </a:r>
          </a:p>
          <a:p>
            <a:pPr marL="0" indent="0">
              <a:buNone/>
              <a:defRPr sz="2400"/>
            </a:pPr>
            <a:r>
              <a:rPr dirty="0"/>
              <a:t>• Trusted mathematical foundation</a:t>
            </a:r>
          </a:p>
          <a:p>
            <a:pPr>
              <a:defRPr sz="2400"/>
            </a:pPr>
            <a:endParaRPr dirty="0"/>
          </a:p>
          <a:p>
            <a:pPr marL="0" indent="0">
              <a:buNone/>
              <a:defRPr sz="2400"/>
            </a:pPr>
            <a:r>
              <a:rPr dirty="0"/>
              <a:t>Challenges:</a:t>
            </a:r>
          </a:p>
          <a:p>
            <a:pPr marL="0" indent="0">
              <a:buNone/>
              <a:defRPr sz="2400"/>
            </a:pPr>
            <a:r>
              <a:rPr dirty="0"/>
              <a:t>• Quantum computing threats</a:t>
            </a:r>
          </a:p>
          <a:p>
            <a:pPr marL="0" indent="0">
              <a:buNone/>
              <a:defRPr sz="2400"/>
            </a:pPr>
            <a:r>
              <a:rPr dirty="0"/>
              <a:t>• Requires large key sizes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dirty="0"/>
              <a:t>• Number theory is the backbone of modern cryptography</a:t>
            </a:r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dirty="0"/>
              <a:t>• Euclid's algorithms and Euler's theorem remain fundamental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321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Role of Number Theory in Cryptography: From Euclid to Euler</vt:lpstr>
      <vt:lpstr>What is Cryptography?</vt:lpstr>
      <vt:lpstr>Introduction to Number Theory</vt:lpstr>
      <vt:lpstr>Euclid's Contribution</vt:lpstr>
      <vt:lpstr>Prime Numbers</vt:lpstr>
      <vt:lpstr>Modular Arithmetic</vt:lpstr>
      <vt:lpstr>Euler's Contribution</vt:lpstr>
      <vt:lpstr>RSA Cryptography</vt:lpstr>
      <vt:lpstr>Applications</vt:lpstr>
      <vt:lpstr>Advantages &amp; Challenges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Number Theory in Cryptography: From Euclid to Euler</dc:title>
  <dc:subject/>
  <dc:creator/>
  <cp:keywords/>
  <dc:description>generated using python-pptx</dc:description>
  <cp:lastModifiedBy>Ch Aravind</cp:lastModifiedBy>
  <cp:revision>3</cp:revision>
  <dcterms:created xsi:type="dcterms:W3CDTF">2013-01-27T09:14:16Z</dcterms:created>
  <dcterms:modified xsi:type="dcterms:W3CDTF">2026-07-24T04:22:40Z</dcterms:modified>
  <cp:category/>
</cp:coreProperties>
</file>